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61" r:id="rId5"/>
    <p:sldId id="262" r:id="rId6"/>
    <p:sldId id="263" r:id="rId7"/>
    <p:sldId id="264" r:id="rId8"/>
    <p:sldId id="265" r:id="rId9"/>
    <p:sldId id="270" r:id="rId10"/>
    <p:sldId id="271" r:id="rId11"/>
    <p:sldId id="272" r:id="rId12"/>
    <p:sldId id="273" r:id="rId13"/>
    <p:sldId id="274" r:id="rId14"/>
    <p:sldId id="276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2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0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3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5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4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8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9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8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24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0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67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EF98B-F803-4C8A-B640-48E177E1BB55}" type="datetimeFigureOut">
              <a:rPr lang="en-US" smtClean="0"/>
              <a:t>1/7/2022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E3C9D-659B-4E73-A65C-28CC0DF3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41" y="2310938"/>
            <a:ext cx="9220630" cy="42229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3862" y="324196"/>
            <a:ext cx="330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UADEV BMIDE Deployment Steps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03862" y="789709"/>
            <a:ext cx="7622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Open Putty and login </a:t>
            </a:r>
            <a:r>
              <a:rPr lang="en-US" dirty="0" err="1" smtClean="0"/>
              <a:t>uadev</a:t>
            </a:r>
            <a:r>
              <a:rPr lang="en-US" dirty="0" smtClean="0"/>
              <a:t> </a:t>
            </a:r>
            <a:r>
              <a:rPr lang="en-US" dirty="0" err="1" smtClean="0"/>
              <a:t>env</a:t>
            </a:r>
            <a:r>
              <a:rPr lang="en-US" dirty="0" smtClean="0"/>
              <a:t>:</a:t>
            </a:r>
          </a:p>
          <a:p>
            <a:r>
              <a:rPr lang="en-US" dirty="0" smtClean="0"/>
              <a:t>2. Enter our local system IP </a:t>
            </a:r>
            <a:r>
              <a:rPr lang="en-US" dirty="0" err="1" smtClean="0"/>
              <a:t>Adress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EX: export DISPLAY=172.22.117.224:0.0</a:t>
            </a:r>
          </a:p>
          <a:p>
            <a:r>
              <a:rPr lang="en-US" dirty="0" smtClean="0"/>
              <a:t>3. </a:t>
            </a:r>
            <a:r>
              <a:rPr lang="en-US" dirty="0" smtClean="0"/>
              <a:t>Put the below </a:t>
            </a:r>
            <a:r>
              <a:rPr lang="en-US" dirty="0" err="1" smtClean="0"/>
              <a:t>cmd</a:t>
            </a:r>
            <a:r>
              <a:rPr lang="en-US" dirty="0" smtClean="0"/>
              <a:t> for check the services which is running or stops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ps</a:t>
            </a:r>
            <a:r>
              <a:rPr lang="en-US" dirty="0" smtClean="0"/>
              <a:t> -</a:t>
            </a:r>
            <a:r>
              <a:rPr lang="en-US" dirty="0" err="1" smtClean="0"/>
              <a:t>ef</a:t>
            </a:r>
            <a:r>
              <a:rPr lang="en-US" dirty="0" smtClean="0"/>
              <a:t> | </a:t>
            </a:r>
            <a:r>
              <a:rPr lang="en-US" dirty="0" err="1" smtClean="0"/>
              <a:t>grep</a:t>
            </a:r>
            <a:r>
              <a:rPr lang="en-US" dirty="0" smtClean="0"/>
              <a:t> </a:t>
            </a:r>
            <a:r>
              <a:rPr lang="en-US" dirty="0" err="1" smtClean="0"/>
              <a:t>uadev</a:t>
            </a:r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094320" y="323097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182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71105" y="972589"/>
            <a:ext cx="104823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Go to </a:t>
            </a:r>
            <a:r>
              <a:rPr lang="en-US" dirty="0"/>
              <a:t>cd /home/</a:t>
            </a:r>
            <a:r>
              <a:rPr lang="en-US" dirty="0" err="1"/>
              <a:t>uadev</a:t>
            </a:r>
            <a:r>
              <a:rPr lang="en-US" dirty="0"/>
              <a:t>/TC_ROOT/install</a:t>
            </a:r>
            <a:r>
              <a:rPr lang="en-US" dirty="0" smtClean="0"/>
              <a:t> directory  take backup configuration.xml file</a:t>
            </a:r>
          </a:p>
          <a:p>
            <a:r>
              <a:rPr lang="en-US" dirty="0"/>
              <a:t> </a:t>
            </a:r>
            <a:r>
              <a:rPr lang="en-US" dirty="0" smtClean="0"/>
              <a:t>	</a:t>
            </a:r>
            <a:r>
              <a:rPr lang="en-US" dirty="0" err="1" smtClean="0"/>
              <a:t>cp</a:t>
            </a:r>
            <a:r>
              <a:rPr lang="en-US" dirty="0" smtClean="0"/>
              <a:t> </a:t>
            </a:r>
            <a:r>
              <a:rPr lang="en-US" dirty="0"/>
              <a:t>configuration.xml configuration.xml_07_Jan_2021_working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5. Go to /home/</a:t>
            </a:r>
            <a:r>
              <a:rPr lang="en-US" dirty="0" err="1" smtClean="0"/>
              <a:t>uadev</a:t>
            </a:r>
            <a:r>
              <a:rPr lang="en-US" dirty="0" smtClean="0"/>
              <a:t>/TC_ROOT/lib directory and take backup tm_dfc_tct.so  file </a:t>
            </a:r>
          </a:p>
          <a:p>
            <a:r>
              <a:rPr lang="en-US" dirty="0" smtClean="0"/>
              <a:t> 	mv /home/uadev/TC_ROOT/lib/tm_dfc_tct.so</a:t>
            </a:r>
          </a:p>
          <a:p>
            <a:endParaRPr lang="en-US" dirty="0" smtClean="0"/>
          </a:p>
          <a:p>
            <a:r>
              <a:rPr lang="en-US" dirty="0" smtClean="0"/>
              <a:t>6. Stop WebLogic Service </a:t>
            </a:r>
          </a:p>
          <a:p>
            <a:r>
              <a:rPr lang="en-US" dirty="0" smtClean="0"/>
              <a:t>       Go to </a:t>
            </a:r>
            <a:r>
              <a:rPr lang="en-US" dirty="0" smtClean="0"/>
              <a:t>cd /home/</a:t>
            </a:r>
            <a:r>
              <a:rPr lang="en-US" dirty="0" err="1" smtClean="0"/>
              <a:t>uadev</a:t>
            </a:r>
            <a:r>
              <a:rPr lang="en-US" dirty="0" smtClean="0"/>
              <a:t>/Oracle/Middleware/</a:t>
            </a:r>
            <a:r>
              <a:rPr lang="en-US" dirty="0" err="1" smtClean="0"/>
              <a:t>Oracle_Home</a:t>
            </a:r>
            <a:r>
              <a:rPr lang="en-US" dirty="0" smtClean="0"/>
              <a:t>/</a:t>
            </a:r>
            <a:r>
              <a:rPr lang="en-US" dirty="0" err="1" smtClean="0"/>
              <a:t>user_projects</a:t>
            </a:r>
            <a:r>
              <a:rPr lang="en-US" dirty="0" smtClean="0"/>
              <a:t>/domains/</a:t>
            </a:r>
            <a:r>
              <a:rPr lang="en-US" dirty="0" err="1" smtClean="0"/>
              <a:t>uadev</a:t>
            </a:r>
            <a:r>
              <a:rPr lang="en-US" dirty="0" smtClean="0"/>
              <a:t>/bin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smtClean="0"/>
              <a:t>./stopWebLogic.sh</a:t>
            </a:r>
          </a:p>
          <a:p>
            <a:r>
              <a:rPr lang="en-US" dirty="0" smtClean="0"/>
              <a:t>7. Stop Pool Manager Services </a:t>
            </a:r>
          </a:p>
          <a:p>
            <a:r>
              <a:rPr lang="en-US" dirty="0"/>
              <a:t> </a:t>
            </a:r>
            <a:r>
              <a:rPr lang="en-US" dirty="0" smtClean="0"/>
              <a:t>      Go to </a:t>
            </a:r>
            <a:r>
              <a:rPr lang="en-US" dirty="0" smtClean="0"/>
              <a:t>cd /home/</a:t>
            </a:r>
            <a:r>
              <a:rPr lang="en-US" dirty="0" err="1" smtClean="0"/>
              <a:t>uadev</a:t>
            </a:r>
            <a:r>
              <a:rPr lang="en-US" dirty="0" smtClean="0"/>
              <a:t>/TC_ROOT/</a:t>
            </a:r>
            <a:r>
              <a:rPr lang="en-US" dirty="0" err="1" smtClean="0"/>
              <a:t>pool_manager</a:t>
            </a:r>
            <a:r>
              <a:rPr lang="en-US" dirty="0" smtClean="0"/>
              <a:t>/</a:t>
            </a:r>
            <a:r>
              <a:rPr lang="en-US" dirty="0" err="1" smtClean="0"/>
              <a:t>confs</a:t>
            </a:r>
            <a:r>
              <a:rPr lang="en-US" dirty="0" smtClean="0"/>
              <a:t>/</a:t>
            </a:r>
            <a:r>
              <a:rPr lang="en-US" dirty="0" err="1" smtClean="0"/>
              <a:t>uadev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/>
              <a:t>./</a:t>
            </a:r>
            <a:r>
              <a:rPr lang="en-US" dirty="0" err="1" smtClean="0"/>
              <a:t>mgrstop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8. Stop </a:t>
            </a:r>
            <a:r>
              <a:rPr lang="en-US" dirty="0" err="1" smtClean="0"/>
              <a:t>fsc</a:t>
            </a:r>
            <a:r>
              <a:rPr lang="en-US" dirty="0" smtClean="0"/>
              <a:t> service : cd /home/</a:t>
            </a:r>
            <a:r>
              <a:rPr lang="en-US" dirty="0" err="1" smtClean="0"/>
              <a:t>uadev</a:t>
            </a:r>
            <a:r>
              <a:rPr lang="en-US" dirty="0" smtClean="0"/>
              <a:t>/TC_ROOT/</a:t>
            </a:r>
            <a:r>
              <a:rPr lang="en-US" dirty="0" err="1" smtClean="0"/>
              <a:t>fsc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125084" y="300384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48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9171" y="731520"/>
            <a:ext cx="719882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9. Launch tem.sh </a:t>
            </a:r>
          </a:p>
          <a:p>
            <a:r>
              <a:rPr lang="en-US" dirty="0"/>
              <a:t> </a:t>
            </a:r>
            <a:r>
              <a:rPr lang="en-US" dirty="0" smtClean="0"/>
              <a:t> Go to </a:t>
            </a:r>
            <a:r>
              <a:rPr lang="en-US" dirty="0" smtClean="0"/>
              <a:t>/home/</a:t>
            </a:r>
            <a:r>
              <a:rPr lang="en-US" dirty="0" err="1" smtClean="0"/>
              <a:t>uadev</a:t>
            </a:r>
            <a:r>
              <a:rPr lang="en-US" dirty="0" smtClean="0"/>
              <a:t>/TC_ROOT/install  Directory</a:t>
            </a:r>
          </a:p>
          <a:p>
            <a:r>
              <a:rPr lang="en-US" dirty="0" smtClean="0"/>
              <a:t>   execute :tem.sh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executing tem.sh showing below window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Click : Next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74" y="1745007"/>
            <a:ext cx="8782050" cy="971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98" y="3291840"/>
            <a:ext cx="7838210" cy="33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3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34" y="290945"/>
            <a:ext cx="7896225" cy="50865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7236" y="5652655"/>
            <a:ext cx="110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Click Next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36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9" y="144866"/>
            <a:ext cx="6618316" cy="42359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9585" y="4705004"/>
            <a:ext cx="110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Click Next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18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2" y="185218"/>
            <a:ext cx="6447127" cy="44615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880" y="4838008"/>
            <a:ext cx="584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you are first time deployment select Add/Remove feature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4648" y="5345084"/>
            <a:ext cx="5561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Other wise go to Next slide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983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28" y="0"/>
            <a:ext cx="6411537" cy="3956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432260" y="4073236"/>
            <a:ext cx="931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you are second time deployment you project then select update database ( Full Model ) </a:t>
            </a:r>
          </a:p>
          <a:p>
            <a:r>
              <a:rPr lang="en-US" dirty="0"/>
              <a:t> </a:t>
            </a:r>
            <a:r>
              <a:rPr lang="en-US" dirty="0" smtClean="0"/>
              <a:t>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9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37" y="854852"/>
            <a:ext cx="6240521" cy="47737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2837" y="393187"/>
            <a:ext cx="2464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Enter password: </a:t>
            </a:r>
            <a:r>
              <a:rPr lang="en-US" dirty="0" err="1" smtClean="0"/>
              <a:t>infodba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2837" y="5720942"/>
            <a:ext cx="110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Click Next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38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88" y="1280159"/>
            <a:ext cx="6795223" cy="48047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2588" y="565265"/>
            <a:ext cx="8678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Update you project file like: TMLPRD</a:t>
            </a:r>
          </a:p>
          <a:p>
            <a:r>
              <a:rPr lang="en-US" dirty="0" smtClean="0"/>
              <a:t>Click on Browse and select feature file </a:t>
            </a:r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88967" y="6226233"/>
            <a:ext cx="2454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Click Next and click start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6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30" y="317010"/>
            <a:ext cx="7013085" cy="48618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328" y="5419898"/>
            <a:ext cx="3703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</a:t>
            </a:r>
            <a:r>
              <a:rPr lang="en-US" dirty="0" err="1" smtClean="0"/>
              <a:t>adev</a:t>
            </a:r>
            <a:r>
              <a:rPr lang="en-US" dirty="0" smtClean="0"/>
              <a:t> BMIDE Deployment successful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0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0450" y="199504"/>
            <a:ext cx="4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Stop FMS Service: kill -9 service number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7" y="840982"/>
            <a:ext cx="11438467" cy="49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01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8021" y="839585"/>
            <a:ext cx="7905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Start FSC Service  : Go to </a:t>
            </a:r>
            <a:r>
              <a:rPr lang="en-US" dirty="0" smtClean="0"/>
              <a:t>cd /home/</a:t>
            </a:r>
            <a:r>
              <a:rPr lang="en-US" dirty="0" err="1" smtClean="0"/>
              <a:t>uadev</a:t>
            </a:r>
            <a:r>
              <a:rPr lang="en-US" dirty="0" smtClean="0"/>
              <a:t>/TC_ROOT/</a:t>
            </a:r>
            <a:r>
              <a:rPr lang="en-US" dirty="0" err="1" smtClean="0"/>
              <a:t>fsc</a:t>
            </a:r>
            <a:r>
              <a:rPr lang="en-US" dirty="0" smtClean="0"/>
              <a:t> Directory</a:t>
            </a:r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nohup</a:t>
            </a:r>
            <a:r>
              <a:rPr lang="en-US" dirty="0" smtClean="0"/>
              <a:t> rc.ugs.FSC_plmtvap01_uadev &amp;</a:t>
            </a:r>
          </a:p>
          <a:p>
            <a:r>
              <a:rPr lang="en-US" dirty="0" smtClean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1" y="1762915"/>
            <a:ext cx="7290955" cy="440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8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1" y="1197032"/>
            <a:ext cx="8613284" cy="44147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4647" y="565265"/>
            <a:ext cx="4899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Cmd</a:t>
            </a:r>
            <a:r>
              <a:rPr lang="en-US" dirty="0" smtClean="0"/>
              <a:t> : :  tail –f </a:t>
            </a:r>
            <a:r>
              <a:rPr lang="en-US" dirty="0" err="1" smtClean="0"/>
              <a:t>nohup.out</a:t>
            </a:r>
            <a:r>
              <a:rPr lang="en-US" dirty="0" smtClean="0"/>
              <a:t>    </a:t>
            </a:r>
            <a:r>
              <a:rPr lang="en-US" dirty="0"/>
              <a:t> </a:t>
            </a:r>
            <a:r>
              <a:rPr lang="en-US" dirty="0" smtClean="0"/>
              <a:t>  =   for  showing error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4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7" y="1978689"/>
            <a:ext cx="8810452" cy="4422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2014" y="390698"/>
            <a:ext cx="120171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Start Pool manager  service: Go to </a:t>
            </a:r>
            <a:r>
              <a:rPr lang="en-US" dirty="0" smtClean="0"/>
              <a:t>/home/</a:t>
            </a:r>
            <a:r>
              <a:rPr lang="en-US" dirty="0" err="1" smtClean="0"/>
              <a:t>uadev</a:t>
            </a:r>
            <a:r>
              <a:rPr lang="en-US" dirty="0" smtClean="0"/>
              <a:t>/TC_ROOT/</a:t>
            </a:r>
            <a:r>
              <a:rPr lang="en-US" dirty="0" err="1" smtClean="0"/>
              <a:t>pool_manager</a:t>
            </a:r>
            <a:r>
              <a:rPr lang="en-US" dirty="0" smtClean="0"/>
              <a:t>/</a:t>
            </a:r>
            <a:r>
              <a:rPr lang="en-US" dirty="0" err="1" smtClean="0"/>
              <a:t>confs</a:t>
            </a:r>
            <a:r>
              <a:rPr lang="en-US" dirty="0" smtClean="0"/>
              <a:t>/</a:t>
            </a:r>
            <a:r>
              <a:rPr lang="en-US" dirty="0" err="1" smtClean="0"/>
              <a:t>uadev</a:t>
            </a:r>
            <a:r>
              <a:rPr lang="en-US" dirty="0" smtClean="0"/>
              <a:t>    Directory 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Execute :   </a:t>
            </a:r>
            <a:r>
              <a:rPr lang="en-US" dirty="0" err="1" smtClean="0"/>
              <a:t>nohup</a:t>
            </a:r>
            <a:r>
              <a:rPr lang="en-US" dirty="0" smtClean="0"/>
              <a:t> </a:t>
            </a:r>
            <a:r>
              <a:rPr lang="en-US" dirty="0" err="1" smtClean="0"/>
              <a:t>mgrstart</a:t>
            </a:r>
            <a:r>
              <a:rPr lang="en-US" dirty="0" smtClean="0"/>
              <a:t> &amp;</a:t>
            </a:r>
          </a:p>
          <a:p>
            <a:endParaRPr lang="en-US" dirty="0"/>
          </a:p>
          <a:p>
            <a:r>
              <a:rPr lang="en-US" dirty="0" smtClean="0"/>
              <a:t>Start WebLogic  service: Go to /home/</a:t>
            </a:r>
            <a:r>
              <a:rPr lang="en-US" dirty="0" err="1" smtClean="0"/>
              <a:t>uadev</a:t>
            </a:r>
            <a:r>
              <a:rPr lang="en-US" dirty="0" smtClean="0"/>
              <a:t>/Oracle/Middleware/</a:t>
            </a:r>
            <a:r>
              <a:rPr lang="en-US" dirty="0" err="1" smtClean="0"/>
              <a:t>Oracle_Home</a:t>
            </a:r>
            <a:r>
              <a:rPr lang="en-US" dirty="0" smtClean="0"/>
              <a:t>/</a:t>
            </a:r>
            <a:r>
              <a:rPr lang="en-US" dirty="0" err="1" smtClean="0"/>
              <a:t>user_projects</a:t>
            </a:r>
            <a:r>
              <a:rPr lang="en-US" dirty="0" smtClean="0"/>
              <a:t>/domains/</a:t>
            </a:r>
            <a:r>
              <a:rPr lang="en-US" dirty="0" err="1" smtClean="0"/>
              <a:t>uadev</a:t>
            </a:r>
            <a:r>
              <a:rPr lang="en-US" dirty="0" smtClean="0"/>
              <a:t>/bin  Directory  </a:t>
            </a:r>
          </a:p>
          <a:p>
            <a:r>
              <a:rPr lang="en-US" dirty="0" smtClean="0"/>
              <a:t>Execute :   </a:t>
            </a:r>
            <a:r>
              <a:rPr lang="en-US" dirty="0" err="1" smtClean="0"/>
              <a:t>nohup</a:t>
            </a:r>
            <a:r>
              <a:rPr lang="en-US" dirty="0" smtClean="0"/>
              <a:t> startwebLogic.sh &amp;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230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71" y="1034350"/>
            <a:ext cx="6038850" cy="6086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8596" y="665018"/>
            <a:ext cx="4466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Launch your </a:t>
            </a:r>
            <a:r>
              <a:rPr lang="en-US" dirty="0" err="1" smtClean="0"/>
              <a:t>uadev</a:t>
            </a:r>
            <a:r>
              <a:rPr lang="en-US" dirty="0" smtClean="0"/>
              <a:t> client check your changes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663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289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355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81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283</Words>
  <Application>Microsoft Office PowerPoint</Application>
  <PresentationFormat>Widescreen</PresentationFormat>
  <Paragraphs>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Gajanan Rathod (TTL)</dc:creator>
  <cp:lastModifiedBy>Gajanan Rathod (TTL)</cp:lastModifiedBy>
  <cp:revision>21</cp:revision>
  <dcterms:created xsi:type="dcterms:W3CDTF">2022-01-07T05:10:17Z</dcterms:created>
  <dcterms:modified xsi:type="dcterms:W3CDTF">2022-01-07T10:16:49Z</dcterms:modified>
</cp:coreProperties>
</file>